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8D57-1DA7-7CC5-B64C-D50924BFC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                 </a:t>
            </a:r>
            <a:r>
              <a:rPr lang="en-IN" dirty="0" err="1"/>
              <a:t>WeLCOME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62748-5C8F-1082-99A6-BDE6319B1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537255"/>
          </a:xfrm>
        </p:spPr>
        <p:txBody>
          <a:bodyPr/>
          <a:lstStyle/>
          <a:p>
            <a:r>
              <a:rPr lang="en-IN" dirty="0"/>
              <a:t>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063359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                  WeLCOME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Joshi</dc:creator>
  <cp:lastModifiedBy>Paras Joshi</cp:lastModifiedBy>
  <cp:revision>1</cp:revision>
  <dcterms:created xsi:type="dcterms:W3CDTF">2025-08-29T20:17:14Z</dcterms:created>
  <dcterms:modified xsi:type="dcterms:W3CDTF">2025-08-29T20:18:59Z</dcterms:modified>
</cp:coreProperties>
</file>