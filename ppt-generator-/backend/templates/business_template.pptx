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00350"/>
            <a:ext cx="10353762" cy="1257300"/>
          </a:xfrm>
        </p:spPr>
        <p:txBody>
          <a:bodyPr>
            <a:normAutofit/>
          </a:bodyPr>
          <a:lstStyle/>
          <a:p>
            <a:r>
              <a:rPr lang="en-US" sz="8000" dirty="0"/>
              <a:t>WELCOME</a:t>
            </a:r>
          </a:p>
        </p:txBody>
      </p:sp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{61D1C93A-0ECD-4FD4-AB5C-913526F54050}tf12214701_win32</Template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Goudy Old Style</vt:lpstr>
      <vt:lpstr>Wingdings 2</vt:lpstr>
      <vt:lpstr>SlateVTI</vt:lpstr>
      <vt:lpstr>WELCOME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Paras Joshi</dc:creator>
  <cp:lastModifiedBy>Paras Joshi</cp:lastModifiedBy>
  <cp:revision>2</cp:revision>
  <dcterms:created xsi:type="dcterms:W3CDTF">2025-08-29T19:26:40Z</dcterms:created>
  <dcterms:modified xsi:type="dcterms:W3CDTF">2025-08-29T20:28:17Z</dcterms:modified>
</cp:coreProperties>
</file>