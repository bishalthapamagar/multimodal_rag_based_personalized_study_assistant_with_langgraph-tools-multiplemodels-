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sldIdLst>
    <p:sldId id="258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A147"/>
    <a:srgbClr val="B54C2D"/>
    <a:srgbClr val="B66952"/>
    <a:srgbClr val="B56D45"/>
    <a:srgbClr val="DF985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1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AA20905-3954-474B-A606-562BCA026DC1}" type="doc">
      <dgm:prSet loTypeId="urn:microsoft.com/office/officeart/2016/7/layout/LinearBlockProcessNumbered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579698BD-D232-4926-8D7B-29A69B90858B}" type="pres">
      <dgm:prSet presAssocID="{8AA20905-3954-474B-A606-562BCA026DC1}" presName="Name0" presStyleCnt="0">
        <dgm:presLayoutVars>
          <dgm:animLvl val="lvl"/>
          <dgm:resizeHandles val="exact"/>
        </dgm:presLayoutVars>
      </dgm:prSet>
      <dgm:spPr/>
    </dgm:pt>
  </dgm:ptLst>
  <dgm:cxnLst>
    <dgm:cxn modelId="{0439566F-A180-439C-8FAE-14E400EF2DCF}" type="presOf" srcId="{8AA20905-3954-474B-A606-562BCA026DC1}" destId="{579698BD-D232-4926-8D7B-29A69B90858B}" srcOrd="0" destOrd="0" presId="urn:microsoft.com/office/officeart/2016/7/layout/LinearBlockProcessNumbered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6/7/layout/LinearBlockProcessNumbered">
  <dgm:title val="Linear Block Process Numbered"/>
  <dgm:desc val="Used to show a progression; a timeline; sequential steps in a task, process, or workflow; or to emphasize movement or direction. Automatic numbers have been introduced to show the steps of the process. Level 1 text and Level 2 text both appears in a rectangle."/>
  <dgm:catLst>
    <dgm:cat type="process" pri="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101" type="sibTrans" cxnId="4">
          <dgm:prSet phldrT="1"/>
          <dgm:t>
            <a:bodyPr/>
            <a:lstStyle/>
            <a:p>
              <a:r>
                <a:t>01</a:t>
              </a:r>
            </a:p>
          </dgm:t>
        </dgm:pt>
        <dgm:pt modelId="201" type="sibTrans" cxnId="5">
          <dgm:prSet phldrT="2"/>
          <dgm:t>
            <a:bodyPr/>
            <a:lstStyle/>
            <a:p>
              <a:r>
                <a:t>02</a:t>
              </a:r>
            </a:p>
          </dgm:t>
        </dgm:pt>
        <dgm:pt modelId="301" type="sibTrans" cxnId="6">
          <dgm:prSet phldrT="3"/>
          <dgm:t>
            <a:bodyPr/>
            <a:lstStyle/>
            <a:p>
              <a:r>
                <a:t>03</a:t>
              </a:r>
            </a:p>
          </dgm:t>
        </dgm:pt>
      </dgm:ptLst>
      <dgm:cxnLst>
        <dgm:cxn modelId="4" srcId="0" destId="1" srcOrd="0" destOrd="0" sibTransId="101"/>
        <dgm:cxn modelId="5" srcId="0" destId="2" srcOrd="1" destOrd="0" sibTransId="201"/>
        <dgm:cxn modelId="6" srcId="0" destId="3" srcOrd="2" destOrd="0" sibTransId="301"/>
        <dgm:cxn modelId="13" srcId="1" destId="11" srcOrd="0" destOrd="0"/>
        <dgm:cxn modelId="23" srcId="2" destId="21" srcOrd="0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animLvl val="lvl"/>
      <dgm:resizeHandles val="exact"/>
    </dgm:varLst>
    <dgm:alg type="lin">
      <dgm:param type="linDir" val="fromL"/>
      <dgm:param type="nodeVertAlign" val="t"/>
    </dgm:alg>
    <dgm:shape xmlns:r="http://schemas.openxmlformats.org/officeDocument/2006/relationships" r:blip="">
      <dgm:adjLst/>
    </dgm:shape>
    <dgm:presOf/>
    <dgm:constrLst>
      <dgm:constr type="h" for="ch" forName="compositeNode" refType="h"/>
      <dgm:constr type="w" for="ch" forName="compositeNode" refType="w"/>
      <dgm:constr type="w" for="des" forName="simulatedConn" refType="w" refFor="ch" refForName="compositeNode" fact="0.15"/>
      <dgm:constr type="h" for="des" forName="simulatedConn" refType="w" refFor="des" refForName="simulatedConn"/>
      <dgm:constr type="h" for="des" forName="vSp1" refType="w" refFor="ch" refForName="compositeNode" fact="0.8"/>
      <dgm:constr type="h" for="des" forName="vSp2" refType="w" refFor="ch" refForName="compositeNode" fact="0.07"/>
      <dgm:constr type="w" for="ch" forName="vProcSp" refType="w" refFor="des" refForName="simulatedConn" op="equ"/>
      <dgm:constr type="h" for="ch" forName="vProcSp" refType="h" refFor="ch" refForName="compositeNode" op="equ"/>
      <dgm:constr type="w" for="ch" forName="sibTrans" refType="w" refFor="ch" refForName="compositeNode" fact="0.08"/>
      <dgm:constr type="primFontSz" for="des" forName="sibTransNodeRect" op="equ"/>
      <dgm:constr type="primFontSz" for="des" forName="nodeRect" op="equ"/>
    </dgm:constrLst>
    <dgm:ruleLst/>
    <dgm:forEach name="Name4" axis="ch" ptType="node">
      <dgm:layoutNode name="compositeNode">
        <dgm:varLst>
          <dgm:bulletEnabled val="1"/>
        </dgm:varLst>
        <dgm:alg type="composite"/>
        <dgm:constrLst>
          <dgm:constr type="h" refType="w" op="lte" fact="1.2"/>
          <dgm:constr type="w" for="ch" forName="bgRect" refType="w"/>
          <dgm:constr type="h" for="ch" forName="bgRect" refType="h"/>
          <dgm:constr type="t" for="ch" forName="bgRect"/>
          <dgm:constr type="l" for="ch" forName="bgRect"/>
          <dgm:constr type="w" for="ch" forName="sibTransNodeRect" refType="w" refFor="ch" refForName="bgRect"/>
          <dgm:constr type="h" for="ch" forName="sibTransNodeRect" refType="h" refFor="ch" refForName="bgRect" fact="0.4"/>
          <dgm:constr type="t" for="ch" forName="sibTransNodeRect"/>
          <dgm:constr type="l" for="ch" forName="sibTransNodeRect"/>
          <dgm:constr type="r" for="ch" forName="nodeRect" refType="r" refFor="ch" refForName="bgRect"/>
          <dgm:constr type="h" for="ch" forName="nodeRect" refType="h" refFor="ch" refForName="bgRect" fact="0.6"/>
          <dgm:constr type="t" for="ch" forName="nodeRect" refType="b" refFor="ch" refForName="sibTransNodeRect"/>
          <dgm:constr type="l" for="ch" forName="nodeRect" refType="l" refFor="ch" refForName="bgRect"/>
        </dgm:constrLst>
        <dgm:ruleLst>
          <dgm:rule type="w" for="ch" forName="nodeRect" val="NaN" fact="NaN" max="30"/>
        </dgm:ruleLst>
        <dgm:layoutNode name="bgRect" styleLbl="alignNode1">
          <dgm:alg type="sp"/>
          <dgm:shape xmlns:r="http://schemas.openxmlformats.org/officeDocument/2006/relationships" type="rect" r:blip="">
            <dgm:adjLst>
              <dgm:adj idx="1" val="0.05"/>
            </dgm:adjLst>
          </dgm:shape>
          <dgm:presOf axis="self"/>
          <dgm:constrLst/>
          <dgm:ruleLst/>
        </dgm:layoutNode>
        <dgm:forEach name="Name19" axis="followSib" ptType="sibTrans" hideLastTrans="0" cnt="1">
          <dgm:layoutNode name="sibTransNodeRect" styleLbl="alignNode1">
            <dgm:varLst>
              <dgm:chMax val="0"/>
              <dgm:bulletEnabled val="1"/>
            </dgm:varLst>
            <dgm:presOf axis="self"/>
            <dgm:alg type="tx">
              <dgm:param type="parTxLTRAlign" val="l"/>
              <dgm:param type="parTxRTLAlign" val="l"/>
            </dgm:alg>
            <dgm:shape xmlns:r="http://schemas.openxmlformats.org/officeDocument/2006/relationships" type="rect" r:blip="" hideGeom="1">
              <dgm:adjLst/>
            </dgm:shape>
            <dgm:constrLst>
              <dgm:constr type="primFontSz" val="66"/>
              <dgm:constr type="tMarg" val="13"/>
              <dgm:constr type="lMarg" refType="w" fact="0.28"/>
              <dgm:constr type="rMarg" refType="w" fact="0.28"/>
              <dgm:constr type="bMarg" val="13"/>
            </dgm:constrLst>
            <dgm:ruleLst>
              <dgm:rule type="primFontSz" val="14" fact="NaN" max="NaN"/>
              <dgm:rule type="tMarg" val="13" fact="NaN" max="NaN"/>
            </dgm:ruleLst>
          </dgm:layoutNode>
        </dgm:forEach>
        <dgm:layoutNode name="nodeRect" styleLbl="alignNode1" moveWith="bgRect">
          <dgm:varLst>
            <dgm:bulletEnabled val="1"/>
          </dgm:varLst>
          <dgm:alg type="tx">
            <dgm:param type="parTxLTRAlign" val="l"/>
            <dgm:param type="parTxRTLAlign" val="r"/>
            <dgm:param type="txAnchorVert" val="t"/>
            <dgm:param type="stBulletLvl" val="2"/>
          </dgm:alg>
          <dgm:shape xmlns:r="http://schemas.openxmlformats.org/officeDocument/2006/relationships" type="rect" r:blip="" hideGeom="1">
            <dgm:adjLst/>
          </dgm:shape>
          <dgm:presOf axis="desOrSelf" ptType="node"/>
          <dgm:constrLst>
            <dgm:constr type="primFontSz" val="26"/>
            <dgm:constr type="tMarg"/>
            <dgm:constr type="lMarg" refType="w" fact="0.28"/>
            <dgm:constr type="rMarg" refType="w" fact="0.28"/>
            <dgm:constr type="bMarg" val="26"/>
          </dgm:constrLst>
          <dgm:ruleLst>
            <dgm:rule type="primFontSz" val="11" fact="NaN" max="NaN"/>
          </dgm:ruleLst>
        </dgm:layoutNode>
      </dgm:layoutNode>
      <dgm:forEach name="Name1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  <dgm:extLst>
    <a:ext uri="{4F341089-5ED1-44EC-B178-C955D00A3D55}">
      <dgm1611:autoBuNodeInfoLst xmlns:dgm1611="http://schemas.microsoft.com/office/drawing/2016/11/diagram">
        <dgm1611:autoBuNodeInfo lvl="1" ptType="sibTrans">
          <dgm1611:buPr prefix="" leadZeros="1">
            <a:buAutoNum type="arabicParenBoth"/>
          </dgm1611:buPr>
        </dgm1611:autoBuNodeInfo>
      </dgm1611:autoBuNodeInfoLst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0693" y="1769540"/>
            <a:ext cx="9440034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0693" y="3773489"/>
            <a:ext cx="9440034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8D38747-4367-4BD2-8D51-C97E202738E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254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C55A3C-5767-4844-A0A3-83778C2E5409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8651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1761067"/>
            <a:ext cx="9590550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3763439"/>
            <a:ext cx="9590550" cy="133349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507A8-A5CF-4D38-AB86-7EDDA87A85D4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264868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6187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13795" y="2076450"/>
            <a:ext cx="4856841" cy="362267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0716" y="2076451"/>
            <a:ext cx="4856841" cy="3622672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FCD27C-8599-43EF-BA1D-14DDC1946E06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51756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Picture 19" descr="Slate-V2-HD-compPhotoInset.png">
            <a:extLst>
              <a:ext uri="{FF2B5EF4-FFF2-40B4-BE49-F238E27FC236}">
                <a16:creationId xmlns:a16="http://schemas.microsoft.com/office/drawing/2014/main" id="{37B721FF-D609-4D98-9D19-CF75AA8A54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3795" y="1734506"/>
            <a:ext cx="5029200" cy="4099959"/>
          </a:xfrm>
          <a:prstGeom prst="rect">
            <a:avLst/>
          </a:prstGeom>
        </p:spPr>
      </p:pic>
      <p:pic>
        <p:nvPicPr>
          <p:cNvPr id="21" name="Picture 20" descr="Slate-V2-HD-compPhotoInset.png">
            <a:extLst>
              <a:ext uri="{FF2B5EF4-FFF2-40B4-BE49-F238E27FC236}">
                <a16:creationId xmlns:a16="http://schemas.microsoft.com/office/drawing/2014/main" id="{073936BD-C868-433F-8E84-D6DD8E640E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38357" y="1734506"/>
            <a:ext cx="5029200" cy="409995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46013" y="1855153"/>
            <a:ext cx="4764764" cy="69249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46013" y="2702103"/>
            <a:ext cx="4764764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63166" y="1855152"/>
            <a:ext cx="4779582" cy="692495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63167" y="2702103"/>
            <a:ext cx="4779581" cy="304353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343D99-809A-49C0-96E5-4250D0B498EE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088870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43DE9B-B678-4EFB-BB7D-A4370204A0B0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648886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8812DA-F765-4142-A6A3-A8ED7235E08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5916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3706889" cy="1821918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55633" y="609600"/>
            <a:ext cx="6411924" cy="50800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2673351"/>
            <a:ext cx="3706889" cy="301625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277FD-7DE6-41D4-930D-AC99F5AFE54E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64791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21" descr="Slate-V2-HD-vertPhotoInset.png">
            <a:extLst>
              <a:ext uri="{FF2B5EF4-FFF2-40B4-BE49-F238E27FC236}">
                <a16:creationId xmlns:a16="http://schemas.microsoft.com/office/drawing/2014/main" id="{4D06E496-ACBA-4063-B4A1-C5C484EE5A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3665" y="609600"/>
            <a:ext cx="3584166" cy="520483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763701"/>
            <a:ext cx="5707899" cy="1675559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42551" y="763702"/>
            <a:ext cx="3275751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73698" y="2679699"/>
            <a:ext cx="4588094" cy="3135695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A15526-7079-4B7B-987C-1B5FAE11A0FF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63787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Slate-V2-HD-panoPhotoInset.png">
            <a:extLst>
              <a:ext uri="{FF2B5EF4-FFF2-40B4-BE49-F238E27FC236}">
                <a16:creationId xmlns:a16="http://schemas.microsoft.com/office/drawing/2014/main" id="{CE39118B-B3AD-4BD4-BA22-DEFF4E76CE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3883" y="547807"/>
            <a:ext cx="10141799" cy="3816806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806" y="4565255"/>
            <a:ext cx="10355326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69349" y="695009"/>
            <a:ext cx="9845346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5" y="5247728"/>
            <a:ext cx="10353762" cy="543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F1B079-7EF0-44EE-B798-BCC497C9F3B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46655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5" y="608437"/>
            <a:ext cx="10353762" cy="3534344"/>
          </a:xfrm>
        </p:spPr>
        <p:txBody>
          <a:bodyPr anchor="ctr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295180"/>
            <a:ext cx="10353763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FF70A8-1D13-4657-95F0-A9EA54967B8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12055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4304353"/>
            <a:ext cx="10353763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EB90AC-71BD-4C7F-8ACA-7B3F18292E63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23F0D53-0705-41B7-8554-09D21E7807F9}"/>
              </a:ext>
            </a:extLst>
          </p:cNvPr>
          <p:cNvSpPr txBox="1"/>
          <p:nvPr/>
        </p:nvSpPr>
        <p:spPr>
          <a:xfrm>
            <a:off x="990600" y="88479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7F647CD-0F1A-4BB3-89E0-A74F1E1B098D}"/>
              </a:ext>
            </a:extLst>
          </p:cNvPr>
          <p:cNvSpPr txBox="1"/>
          <p:nvPr/>
        </p:nvSpPr>
        <p:spPr>
          <a:xfrm>
            <a:off x="10504716" y="292825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8059434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2126942"/>
            <a:ext cx="10353763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84" y="4650556"/>
            <a:ext cx="1035219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6EFC2C-8905-46F0-B443-CE905B76BA01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88362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95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9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6711" y="1885949"/>
            <a:ext cx="3300984" cy="764783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435" y="2768112"/>
            <a:ext cx="3300984" cy="302308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572" y="1885950"/>
            <a:ext cx="3300984" cy="764782"/>
          </a:xfrm>
        </p:spPr>
        <p:txBody>
          <a:bodyPr anchor="b">
            <a:noAutofit/>
          </a:bodyPr>
          <a:lstStyle>
            <a:lvl1pPr marL="0" indent="0" algn="ctr"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66572" y="2768110"/>
            <a:ext cx="3300984" cy="302308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079DC3-C9B5-499E-9140-0DC28B7074E2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874069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Slate-V2-HD-3colPhotoInset.png">
            <a:extLst>
              <a:ext uri="{FF2B5EF4-FFF2-40B4-BE49-F238E27FC236}">
                <a16:creationId xmlns:a16="http://schemas.microsoft.com/office/drawing/2014/main" id="{7E87C569-D426-4615-ADA7-B370EA98340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962" y="1818214"/>
            <a:ext cx="3339972" cy="1847851"/>
          </a:xfrm>
          <a:prstGeom prst="rect">
            <a:avLst/>
          </a:prstGeom>
        </p:spPr>
      </p:pic>
      <p:pic>
        <p:nvPicPr>
          <p:cNvPr id="36" name="Picture 35" descr="Slate-V2-HD-3colPhotoInset.png">
            <a:extLst>
              <a:ext uri="{FF2B5EF4-FFF2-40B4-BE49-F238E27FC236}">
                <a16:creationId xmlns:a16="http://schemas.microsoft.com/office/drawing/2014/main" id="{7B353ED4-7AD0-46C9-88ED-1A16B1433A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3800" y="1818214"/>
            <a:ext cx="3339972" cy="1847851"/>
          </a:xfrm>
          <a:prstGeom prst="rect">
            <a:avLst/>
          </a:prstGeom>
        </p:spPr>
      </p:pic>
      <p:pic>
        <p:nvPicPr>
          <p:cNvPr id="37" name="Picture 36" descr="Slate-V2-HD-3colPhotoInset.png">
            <a:extLst>
              <a:ext uri="{FF2B5EF4-FFF2-40B4-BE49-F238E27FC236}">
                <a16:creationId xmlns:a16="http://schemas.microsoft.com/office/drawing/2014/main" id="{F561D985-AD57-459A-B3A6-EBF2960397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36051" y="1818214"/>
            <a:ext cx="3339972" cy="1847851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94" y="609600"/>
            <a:ext cx="10353763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95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8102" y="1938918"/>
            <a:ext cx="3092368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95" y="4572443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88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545743" y="1939094"/>
            <a:ext cx="3092368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435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66697" y="3904106"/>
            <a:ext cx="3300984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075698" y="1934432"/>
            <a:ext cx="3092368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66572" y="4572442"/>
            <a:ext cx="3300984" cy="121875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BB33EA-E472-4D22-9C03-A9C14AA21CE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6230268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17E833E-1B6D-415F-AD29-75AE8C43BD0D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94158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83068" y="609599"/>
            <a:ext cx="2284487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13796" y="609599"/>
            <a:ext cx="7916872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52596F-08A7-4B70-989A-F2B1CF31E66B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452774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95" y="609600"/>
            <a:ext cx="10353762" cy="125730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95" y="2076450"/>
            <a:ext cx="10353762" cy="3714749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6" y="60007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073ED0CC-082F-4160-86E5-0D6041F12778}" type="datetime1">
              <a:rPr lang="en-US" smtClean="0"/>
              <a:t>8/30/2025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95" y="6000749"/>
            <a:ext cx="66728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6000749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80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4" r:id="rId4"/>
    <p:sldLayoutId id="2147483710" r:id="rId5"/>
    <p:sldLayoutId id="2147483694" r:id="rId6"/>
    <p:sldLayoutId id="2147483695" r:id="rId7"/>
    <p:sldLayoutId id="2147483696" r:id="rId8"/>
    <p:sldLayoutId id="2147483697" r:id="rId9"/>
    <p:sldLayoutId id="2147483699" r:id="rId10"/>
    <p:sldLayoutId id="2147483693" r:id="rId11"/>
    <p:sldLayoutId id="2147483700" r:id="rId12"/>
    <p:sldLayoutId id="2147483701" r:id="rId13"/>
    <p:sldLayoutId id="2147483703" r:id="rId14"/>
    <p:sldLayoutId id="2147483704" r:id="rId15"/>
    <p:sldLayoutId id="2147483702" r:id="rId16"/>
    <p:sldLayoutId id="2147483698" r:id="rId17"/>
  </p:sldLayoutIdLst>
  <p:hf sldNum="0" hdr="0" ftr="0" dt="0"/>
  <p:txStyles>
    <p:titleStyle>
      <a:lvl1pPr algn="ctr" defTabSz="457200" rtl="0" eaLnBrk="1" latinLnBrk="0" hangingPunct="1">
        <a:lnSpc>
          <a:spcPct val="90000"/>
        </a:lnSpc>
        <a:spcBef>
          <a:spcPct val="0"/>
        </a:spcBef>
        <a:buNone/>
        <a:defRPr sz="4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lnSpc>
          <a:spcPct val="110000"/>
        </a:lnSpc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3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21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1">
                <a:shade val="80000"/>
                <a:lumMod val="80000"/>
              </a:schemeClr>
              <a:schemeClr val="bg1">
                <a:tint val="98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2">
            <a:extLst>
              <a:ext uri="{FF2B5EF4-FFF2-40B4-BE49-F238E27FC236}">
                <a16:creationId xmlns:a16="http://schemas.microsoft.com/office/drawing/2014/main" id="{AED04DAF-1E3F-4397-8834-E64118E9B2C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541649666"/>
              </p:ext>
            </p:extLst>
          </p:nvPr>
        </p:nvGraphicFramePr>
        <p:xfrm>
          <a:off x="914400" y="2076450"/>
          <a:ext cx="10353675" cy="37147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TextBox 2">
            <a:extLst>
              <a:ext uri="{FF2B5EF4-FFF2-40B4-BE49-F238E27FC236}">
                <a16:creationId xmlns:a16="http://schemas.microsoft.com/office/drawing/2014/main" id="{FC2D02D1-17B8-DE06-A277-4FDCFAE62758}"/>
              </a:ext>
            </a:extLst>
          </p:cNvPr>
          <p:cNvSpPr txBox="1"/>
          <p:nvPr/>
        </p:nvSpPr>
        <p:spPr>
          <a:xfrm>
            <a:off x="3395207" y="232973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AA47BD-8731-E4B6-907C-A5503D8E6D6A}"/>
              </a:ext>
            </a:extLst>
          </p:cNvPr>
          <p:cNvSpPr txBox="1"/>
          <p:nvPr/>
        </p:nvSpPr>
        <p:spPr>
          <a:xfrm>
            <a:off x="3487572" y="2610386"/>
            <a:ext cx="687602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8000" dirty="0"/>
              <a:t>WELCOME</a:t>
            </a:r>
          </a:p>
        </p:txBody>
      </p:sp>
    </p:spTree>
    <p:extLst>
      <p:ext uri="{BB962C8B-B14F-4D97-AF65-F5344CB8AC3E}">
        <p14:creationId xmlns:p14="http://schemas.microsoft.com/office/powerpoint/2010/main" val="268908979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VTI">
  <a:themeElements>
    <a:clrScheme name="Coffee">
      <a:dk1>
        <a:sysClr val="windowText" lastClr="000000"/>
      </a:dk1>
      <a:lt1>
        <a:sysClr val="window" lastClr="FFFFFF"/>
      </a:lt1>
      <a:dk2>
        <a:srgbClr val="4E3B30"/>
      </a:dk2>
      <a:lt2>
        <a:srgbClr val="F4EEDC"/>
      </a:lt2>
      <a:accent1>
        <a:srgbClr val="CC830E"/>
      </a:accent1>
      <a:accent2>
        <a:srgbClr val="B54C2D"/>
      </a:accent2>
      <a:accent3>
        <a:srgbClr val="99570C"/>
      </a:accent3>
      <a:accent4>
        <a:srgbClr val="C17529"/>
      </a:accent4>
      <a:accent5>
        <a:srgbClr val="A19574"/>
      </a:accent5>
      <a:accent6>
        <a:srgbClr val="A49518"/>
      </a:accent6>
      <a:hlink>
        <a:srgbClr val="AD1F1F"/>
      </a:hlink>
      <a:folHlink>
        <a:srgbClr val="FFC42F"/>
      </a:folHlink>
    </a:clrScheme>
    <a:fontScheme name="Custom 4">
      <a:majorFont>
        <a:latin typeface="Goudy Old Style"/>
        <a:ea typeface=""/>
        <a:cs typeface=""/>
      </a:majorFont>
      <a:minorFont>
        <a:latin typeface="Goudy Old Style"/>
        <a:ea typeface=""/>
        <a:cs typeface="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REE.pptx" id="{E781C72B-3D65-4B8D-9071-33B66AF0EF30}" vid="{3A5A58F2-9BE1-435C-B12D-88FD9BF7017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{61D1C93A-0ECD-4FD4-AB5C-913526F54050}tf12214701_win32</Template>
  <TotalTime>4</TotalTime>
  <Words>1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Goudy Old Style</vt:lpstr>
      <vt:lpstr>Wingdings 2</vt:lpstr>
      <vt:lpstr>SlateVTI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Paras Joshi</dc:creator>
  <cp:lastModifiedBy>Paras Joshi</cp:lastModifiedBy>
  <cp:revision>2</cp:revision>
  <dcterms:created xsi:type="dcterms:W3CDTF">2025-08-29T19:26:40Z</dcterms:created>
  <dcterms:modified xsi:type="dcterms:W3CDTF">2025-08-29T20:27:20Z</dcterms:modified>
</cp:coreProperties>
</file>