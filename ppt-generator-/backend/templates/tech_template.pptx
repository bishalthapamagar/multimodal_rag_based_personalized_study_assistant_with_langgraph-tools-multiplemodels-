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6C6B-2DBE-D4A1-D042-A649BCC91F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        </a:t>
            </a:r>
            <a:r>
              <a:rPr lang="en-IN" dirty="0" err="1"/>
              <a:t>WELcome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1760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         WELcome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Paras Joshi</dc:creator>
  <cp:lastModifiedBy>Paras Joshi</cp:lastModifiedBy>
  <cp:revision>1</cp:revision>
  <dcterms:created xsi:type="dcterms:W3CDTF">2025-08-29T20:20:11Z</dcterms:created>
  <dcterms:modified xsi:type="dcterms:W3CDTF">2025-08-29T20:22:01Z</dcterms:modified>
</cp:coreProperties>
</file>